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un ATS y ~4.000 candidatos.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benchmark salarial”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ATS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Factibilidad + 2 quick wins visibles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100%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402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500" b="0">
                <a:solidFill>
                  <a:srgbClr val="1A2733"/>
                </a:solidFill>
                <a:latin typeface="Arial"/>
              </a:rPr>
              <a:t>20–30 CVs reales de una vacante tuya abierta, ordenados con tu criterio replicado — en un entorno con DPA, cumpliendo desde el día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36392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136392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50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032504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50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928616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50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Time-to-terna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sourcing externo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(CSAT)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todavía no tengo tu fee promedio ni cuántos mandatos manejas al mes. Esos dos datos arman tu ROI real, y son la primera conversación del arranque.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la velocidad te pone primera en la fila; el cierre sigue dependiendo de tu ojo y del cliente. Buscamos ponerte primera en la fila —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Factibilidad pagada + 2 quick wins · 2–3 semanas · 100% acreditable a la siguiente fase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los activos tangibles son tuyos aunque la Puerta 0 salga roja y no continúes.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~US$12.000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~US$24.000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~US$39.000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retainer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benchmark salarial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 (k-anonimato)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cribado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Humano-en-el-bucle obligatorio;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API de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Spike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R&amp;S opera en SV+GT. GT aún sin ley general; transferencia con DPA y minimización.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Factibilidad +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8–12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semáforo + 2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SOPs, rúbrica,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Screener/Ranker + Generador de CV (con HITL)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retainer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benchmark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tu tarifa local y tu fee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solapan: la extracción de datos corre en paralelo a la documentación.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go/no-go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RACI, SLA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SOP de cribado + rúbrica + golden set: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Scorecard de intake: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must/nice-to-have,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del ATS: </a:t>
            </a:r>
            <a:r>
              <a:rPr sz="1250" b="0">
                <a:solidFill>
                  <a:srgbClr val="1A2733"/>
                </a:solidFill>
                <a:latin typeface="Arial"/>
              </a:rPr>
              <a:t>1 North Star + ~10 KPIs;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taxonomía v1: </a:t>
            </a:r>
            <a:r>
              <a:rPr sz="1250" b="0">
                <a:solidFill>
                  <a:srgbClr val="1A2733"/>
                </a:solidFill>
                <a:latin typeface="Arial"/>
              </a:rPr>
              <a:t>RoPA-lite, base legal por finalidad, diccionario de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SOP + rúbrica firmados; golden set armado; baseline medido.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Screener/Ranker asistido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des-identifica PII → puntúa vs scorecard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branding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extracción a esquema fijo + plantilla determinista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prompts, criterios y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 time-to-terna.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land-and-expand · desde US$15.000 o retainer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parsing, golden record, score de vigencia → búsqueda por skill e internal-fill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augmentar-vs-migrar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Benchmark de compensaciones: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k-anonimato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teaser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(lead time).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Aprobar la Fase 0 (US$2.500)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Hoy: un CV anonimizado por correo → teaser con tu branding esta semana (entorno con DPA).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completa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