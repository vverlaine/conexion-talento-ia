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ARRANQUE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Tu ojo clínico,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vuelto un sistema que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Ordenar y medir el motor de Reclutamiento &amp; Selección y —con tu criterio— activar la IA y tu base de talento. Empezamos por una victoria concreta en 3 semanas, no por un gran compromiso.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Vértice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Nuestro enfoque: estandarizar antes de automatizar — con la IA, no sin 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Empecemos por una victoria: la Fase 0 y lo que te llevas en 3 semanas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Cómo medimos el éxito y qué vale en tus dólares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Inversión: tu decisión de hoy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Riesgos, el camino completo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su sistema de candidatos (Team Tailor) y ~4.000 perfiles.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Vértice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Arial"/>
              </a:rPr>
              <a:t>Sí a la IA y a la velocidad que pediste — y para que rindan de verdad, primero el orden. </a:t>
            </a:r>
            <a:r>
              <a:rPr sz="1500" b="0">
                <a:solidFill>
                  <a:srgbClr val="C2D4E2"/>
                </a:solidFill>
                <a:latin typeface="Arial"/>
              </a:rPr>
              <a:t>La IA no es el final del camino; es la consecuencia de hacerlo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TU VISIÓN, AFINADA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Sí, y — honramos lo que pediste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B7B"/>
                </a:solidFill>
                <a:latin typeface="Arial"/>
              </a:rPr>
              <a:t>Coincidimos en el qué. Aquí va el cómo, contigo como socia.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75104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38528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“Quiero una persona más”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una herramienta que multiplique las manos del equipo que ya tienes; si aun así hace falta gente, la sumas sabiendo exactamente para qué.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“Seis agentes de IA”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arrancamos por el que más te quita el sueño y más valor te da. Uno bien hecho abre la puerta a los demás.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072384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“La base es oro, vale ~60%”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la puliremos para que valga lo que sabes: hoy es oro en bruto, sin clasificar y con una parte ya envejecida.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75888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39312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“Vendamos el comparativo salarial de mercado”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por la puerta de adelante: anonimizado con dictamen legal, o de la mano de un proveedor licenciado.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206240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“Salir del sistema de candidatos (Team Tailor) / mismo día”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exprimimos lo que ya pagas y lo medimos. Migrar después, con números. El “mismo día” es nuestro norte.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74920"/>
            <a:ext cx="50800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Blindar tu legado:  </a:t>
            </a:r>
            <a:r>
              <a:rPr sz="1400" b="0">
                <a:solidFill>
                  <a:srgbClr val="1A2733"/>
                </a:solidFill>
                <a:latin typeface="Arial"/>
              </a:rPr>
              <a:t>no venimos a “extraerte el cerebro”, sino a poner tu ojo clínico de 20 años en un sistema que lo protege y lo multiplica — aunque tú no estés en la sala.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TU DECISIÓN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Empecemos por una victoria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749039" cy="4160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749039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FASE 0 · ARRANQUE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2–3 semanas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Victorias rápidas + prueba de valor con tus datos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50% acreditable a la siguiente fase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Cerca de tu presupuesto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7665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Una prueba pagada, con resultado visible en 2–3 semanas.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Cerca de tu presupuesto, no un salto al vacío.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El 50% se acredita a la siguiente fase si avanzas — baja tu riesgo, no es descuento.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Estandarizar, IA y escala los cotizamos DESPUÉS, con tus datos reales en mano.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No te pedimos comprometerte con todo a ciegas: primero ves, luego decides.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5532120"/>
            <a:ext cx="676656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532120"/>
            <a:ext cx="6400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Tu decisión de hoy es pequeña; el resto se gana con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LA DEMO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te llevas en 3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Con TUS datos, no en abstracto: lo ves, lo tocas, y desde ahí decides el siguiente paso.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2140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Horas de vuelta esta semana:  </a:t>
            </a:r>
            <a:r>
              <a:rPr sz="1450" b="0">
                <a:solidFill>
                  <a:srgbClr val="1A2733"/>
                </a:solidFill>
                <a:latin typeface="Arial"/>
              </a:rPr>
              <a:t>activamos la IA que Team Tailor ya cobra, sobre una vacante viva — alivio inmediato, con nuestra mano (no la de la temporal).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4436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La IA trabajando con tus datos:  </a:t>
            </a:r>
            <a:r>
              <a:rPr sz="1450" b="0">
                <a:solidFill>
                  <a:srgbClr val="1A2733"/>
                </a:solidFill>
                <a:latin typeface="Arial"/>
              </a:rPr>
              <a:t>20–30 CVs reales ordenados con tu criterio replicado — en un entorno con acuerdo de protección de datos, cumpliendo desde el día 1.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6732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Tu CV con el sello de la firma:  </a:t>
            </a:r>
            <a:r>
              <a:rPr sz="1450" b="0">
                <a:solidFill>
                  <a:srgbClr val="1A2733"/>
                </a:solidFill>
                <a:latin typeface="Arial"/>
              </a:rPr>
              <a:t>plantilla única, ya montada sobre un candidato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9028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Registro anti-duplicado funcionando:  </a:t>
            </a:r>
            <a:r>
              <a:rPr sz="1450" b="0">
                <a:solidFill>
                  <a:srgbClr val="1A2733"/>
                </a:solidFill>
                <a:latin typeface="Arial"/>
              </a:rPr>
              <a:t>se acaba el bochorno de presentar dos veces al mismo candidato.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1324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El semáforo honesto:  </a:t>
            </a:r>
            <a:r>
              <a:rPr sz="1450" b="0">
                <a:solidFill>
                  <a:srgbClr val="1A2733"/>
                </a:solidFill>
                <a:latin typeface="Arial"/>
              </a:rPr>
              <a:t>te decimos si tu base realmente se puede exportar y cuánto de los 4.000 sigue vigente.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Indicador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Tiempo hasta la 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búsqueda externa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(satisfacción)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muestra)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EL RETORNO EN TUS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vale cada terna entregada más rápido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A2733"/>
                </a:solidFill>
                <a:latin typeface="Arial"/>
              </a:rPr>
              <a:t>Pasar tu terna de ~5 días a 48–72h no es solo comodidad: es ganar mandatos que hoy se enfrían o se lleva otro.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911535" cy="84124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50800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9CAD"/>
                </a:solidFill>
                <a:latin typeface="Arial"/>
              </a:rPr>
              <a:t>Fórmula:  </a:t>
            </a:r>
            <a:r>
              <a:rPr sz="1500" b="0">
                <a:solidFill>
                  <a:srgbClr val="FFFFFF"/>
                </a:solidFill>
                <a:latin typeface="Arial"/>
              </a:rPr>
              <a:t>(colocaciones extra que cierras por presentar primero) × (tu fee por colocación) = </a:t>
            </a:r>
            <a:r>
              <a:rPr sz="1500" b="1">
                <a:solidFill>
                  <a:srgbClr val="C9A227"/>
                </a:solidFill>
                <a:latin typeface="Arial"/>
              </a:rPr>
              <a:t>retorno</a:t>
            </a:r>
            <a:r>
              <a:rPr sz="1500" b="0">
                <a:solidFill>
                  <a:srgbClr val="FFFFFF"/>
                </a:solidFill>
                <a:latin typeface="Arial"/>
              </a:rPr>
              <a:t>.  Una sola colocación adicional ya cubre la Fase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Ejemplo — lo llenamos con tus números:  </a:t>
            </a:r>
            <a:r>
              <a:rPr sz="1350" b="0">
                <a:solidFill>
                  <a:srgbClr val="1A2733"/>
                </a:solidFill>
                <a:latin typeface="Arial"/>
              </a:rPr>
              <a:t>salario anual US$18,000 × fee 15% = US$2,700 por colocación. Si esto te ayuda a cerrar 1 colocación que hoy perderías, ya recuperaste los US$2,500 de la Fase 0.  </a:t>
            </a:r>
            <a:r>
              <a:rPr sz="1250" b="0">
                <a:solidFill>
                  <a:srgbClr val="5B6B7B"/>
                </a:solidFill>
                <a:latin typeface="Arial"/>
              </a:rPr>
              <a:t>(Números de marcador, no promesa.)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Lo honesto: </a:t>
            </a:r>
            <a:r>
              <a:rPr sz="1350" b="0">
                <a:solidFill>
                  <a:srgbClr val="1A2733"/>
                </a:solidFill>
                <a:latin typeface="Arial"/>
              </a:rPr>
              <a:t>el ejemplo usa un fee conservador supuesto —prudente, no inflado—. El caso ya se sostiene; si me pasas tu fee real cuando puedas, lo afino. No es tarea para hoy.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Caveat: </a:t>
            </a:r>
            <a:r>
              <a:rPr sz="1350" b="0">
                <a:solidFill>
                  <a:srgbClr val="1A2733"/>
                </a:solidFill>
                <a:latin typeface="Arial"/>
              </a:rPr>
              <a:t>aplica solo si hoy pierdes mandatos por velocidad —no si tienes capacidad ociosa—; esa es la primera pregunta de nuestra primera sesión. La velocidad te pone primera en la fila; no prometemos colocaciones.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Tu decisión de hoy — y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128016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28016" cy="12801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7132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rial"/>
              </a:rPr>
              <a:t>Empezamos aquí — Fase 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Victorias rápidas + prueba de valor con tus datos · 2–3 semanas · 50% acreditable a la Fase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Tu seguro: te quedas los activos; avanzas a la Fase 1 solo si la Puerta 0 pasa su vara objetiva. Sin letra chica.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00200"/>
            <a:ext cx="30175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C7C8C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La cuenta real:  </a:t>
            </a:r>
            <a:r>
              <a:rPr sz="1200" b="0">
                <a:solidFill>
                  <a:srgbClr val="5B6B7B"/>
                </a:solidFill>
                <a:latin typeface="Arial"/>
              </a:rPr>
              <a:t>temporal (~$2.000) + Fase 0 ($2.500) = $4.500  ·  vs. el 5º reclutador que pediste (~$15k/año). Esa es la vara.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55264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El horizonte completo (referencia — no es lo que decides hoy; cada fase se cotiza y firma por separado):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~US$10.750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~US$22.750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desde ~US$37.750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10911535" cy="777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9A227"/>
                </a:solidFill>
                <a:latin typeface="Arial"/>
              </a:rPr>
              <a:t>Cómo cobramos:  </a:t>
            </a:r>
            <a:r>
              <a:rPr sz="1350" b="0">
                <a:solidFill>
                  <a:srgbClr val="FFFFFF"/>
                </a:solidFill>
                <a:latin typeface="Arial"/>
              </a:rPr>
              <a:t>precio cerrado por fase — pagas solo lo que apruebas en cada puerta. Sin cuota fija mensual ni cobro por “éxito” al inicio: no hay aún línea base para medirlo de forma justa.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Vender el comparativo salarial de mercado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Sesgo en el filtrado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Una persona validando siempre (obligatorio);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Conexión técnica con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Prueba de factibilidad en la Fase 0 (semana 1);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Datos en Guatemala (transferencia SV–GT)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Reclutamiento y Selección opera en SV+GT. GT aún sin ley general; transferencia con acuerdo de protección de datos y minimización de datos. El estándar se construye una vez y se despliega en ambos países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EL CAMINO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Las cuatro fases — el mapa, no el pedido de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solidFill>
            <a:srgbClr val="EEF5F6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Arial"/>
              </a:rPr>
              <a:t>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solo decides la Fase 0. Cada fase siguiente se cotiza y se firma por separado, con datos reales en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58568"/>
          <a:ext cx="1090879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697480"/>
                <a:gridCol w="1097280"/>
                <a:gridCol w="1188720"/>
                <a:gridCol w="1691640"/>
                <a:gridCol w="3456432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 ◀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Victorias rápidas + prueba de valor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10–14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Empezamos aquí: 2 victorias rápidas + semáforo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manuales de proceso, guía de puntuación,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Asistente que ordena candidatos + Generador de CV (con una persona validando)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cuota fija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comparativo salarial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50% (US$1.250) a la Fase 1. Cifras indicativas en USD, a calibrar con tu tarifa local y tu honorario por colocación.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Hoy decides la Fase 0 (semanas 1–3). Lo demás se cotiza al pasar cada puerta.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 poco y con apoyo puntual donde se requiere — no depende de una sola persona.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es una decisión explícita de continuar, reordenar o detener.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~US$9.500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quién hace qué, compromiso de tiempo de respuesta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Manual de filtrado + guía de puntuación + set de decisiones de 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Hoja de criterios de la vacante: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imprescindibles/deseables,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 tu sistema de candidatos (Team Tailor): </a:t>
            </a:r>
            <a:r>
              <a:rPr sz="1250" b="0">
                <a:solidFill>
                  <a:srgbClr val="1A2733"/>
                </a:solidFill>
                <a:latin typeface="Arial"/>
              </a:rPr>
              <a:t>1 métrica guía + ~10 indicadores;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clasificación v1: </a:t>
            </a:r>
            <a:r>
              <a:rPr sz="1250" b="0">
                <a:solidFill>
                  <a:srgbClr val="1A2733"/>
                </a:solidFill>
                <a:latin typeface="Arial"/>
              </a:rPr>
              <a:t>registro de datos que pide la ley (versión ligera), base legal por finalidad, diccionario de competencias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manual y guía de puntuación firmados; set de decisiones de referencia armado; línea base medida. La IA no arranca sin esto.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~US$12.000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Asistente que ordena candidatos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quita los datos personales → puntúa contra la hoja de criterios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tu marca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 a un formato fijo + plantilla siempre igual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sesgo: </a:t>
            </a:r>
            <a:r>
              <a:rPr sz="1250" b="0">
                <a:solidFill>
                  <a:srgbClr val="1A2733"/>
                </a:solidFill>
                <a:latin typeface="Arial"/>
              </a:rPr>
              <a:t>trazabilidad de las instrucciones a la IA, criterios y puntajes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del tiempo hasta la terna.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entrar y crecer · desde US$15.000 o cuota fija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automática, ficha maestra única, puntaje de vigencia → búsqueda por competencia y cobertura con la base interna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de ampliar o 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Comparativo salarial de mercado: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anonimización irreversible y consentimiento — o alianza con proveedor licenciado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 CV real anonimizado (por correo) — para el adelanto del viernes.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 de lectura a Team Tailor — el lunes (toma unos días gestionarlo).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Contacto de tu abogado/a — el lunes.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Firmar la orden de la Fase 0 (1 página): US$2.500, 50% de anticipo — tu decisión de hoy.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Esta semana: CV anonimizado (o de prueba) → adelanto con tu marca + registro anti-duplicado en vivo, con acuerdo de protección de datos.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Lunes: acceso a Team Tailor + abogado/a. Demo + semáforo en 2–3 semanas.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Empezamos pequeño, demostramos valor con tus datos,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E9CAD"/>
                </a:solidFill>
                <a:latin typeface="Arial"/>
              </a:rPr>
              <a:t>y escalamos solo lo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Tu decisión de hoy es chica: una victoria visible en 3 semanas. El resto se gana con datos, fase por fase — y con tu ojo clínico en el centro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Vértice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