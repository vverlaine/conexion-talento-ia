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PROYECTO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El sistema operativo de un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reclutamiento de clase mundial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Estandarizar, medir y luego automatizar con IA el motor de Reclutamiento &amp; Selección de Conexión Talento — y activar el valor de su base de talento.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Nuestro enfoque: estandarizar antes de automatizar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El proyecto en 4 fases (entregables, tiempos, esfuerzo)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Roadmap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Inversión y modelos de cobro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A2733"/>
                </a:solidFill>
                <a:latin typeface="Arial"/>
              </a:rPr>
              <a:t>Métricas de éxito, riesgos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976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2976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2976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2976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2976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2976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2976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2976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2976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2976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HONRAR TU AMBICIÓN Y RETARTE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decimos SÍ — y lo que te retamos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303520" cy="429768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  SÍ (honra tu visión)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Velocidad: time-to-terna de ~5 días a 48–72h, medible.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Cercanía como proceso verificable (SLA al candidato).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IA con criterio: pilotos de ROI claro y bajo riesgo.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Monetizar la base — por un camino legal y bien hecho.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00200"/>
            <a:ext cx="5148072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600200"/>
            <a:ext cx="5148072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480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  Te retamos a reconsiderar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194560"/>
            <a:ext cx="46634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“Una persona más”: </a:t>
            </a:r>
            <a:r>
              <a:rPr sz="1250" b="0">
                <a:solidFill>
                  <a:srgbClr val="1A2733"/>
                </a:solidFill>
                <a:latin typeface="Arial"/>
              </a:rPr>
              <a:t>el cuello de botella es de proceso, no de manos.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“6 agentes de IA”: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son 6 procesos sin escribir; 5 son herramientas.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“La base es oro”: </a:t>
            </a:r>
            <a:r>
              <a:rPr sz="1250" b="0">
                <a:solidFill>
                  <a:srgbClr val="1A2733"/>
                </a:solidFill>
                <a:latin typeface="Arial"/>
              </a:rPr>
              <a:t>es oro sin refinar; la medimos antes de invertir.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“Vender el benchmark”: </a:t>
            </a:r>
            <a:r>
              <a:rPr sz="1250" b="0">
                <a:solidFill>
                  <a:srgbClr val="1A2733"/>
                </a:solidFill>
                <a:latin typeface="Arial"/>
              </a:rPr>
              <a:t>bandera legal: solo anonimizado e irreversible.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“Salir del ATS”: </a:t>
            </a:r>
            <a:r>
              <a:rPr sz="1250" b="0">
                <a:solidFill>
                  <a:srgbClr val="1A2733"/>
                </a:solidFill>
                <a:latin typeface="Arial"/>
              </a:rPr>
              <a:t>no migrar aún; extraer por API primero.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EL PROYECTO POR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Cuatro fases, con puertas de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749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2743200"/>
                <a:gridCol w="1143000"/>
                <a:gridCol w="1234440"/>
                <a:gridCol w="1691640"/>
                <a:gridCol w="3456432"/>
              </a:tblGrid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Factibilidad +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Semáforo de viabilidad + 2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tarifa local y tu fee por colocación.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FASE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Factibilidad + Quick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2–3 semanas · 8–12 jornadas · US$2.500 (acredita a F1)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apagar los supuestos frágiles y entregar valor visible de inmediato.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Spike de factibilidad: </a:t>
            </a:r>
            <a:r>
              <a:rPr sz="1250" b="0">
                <a:solidFill>
                  <a:srgbClr val="1A2733"/>
                </a:solidFill>
                <a:latin typeface="Arial"/>
              </a:rPr>
              <a:t>verificar la API/export de Team Tailor contra la cuenta real + muestreo de vigencia y marco legal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Registro anti-duplicado: </a:t>
            </a:r>
            <a:r>
              <a:rPr sz="1250" b="0">
                <a:solidFill>
                  <a:srgbClr val="1A2733"/>
                </a:solidFill>
                <a:latin typeface="Arial"/>
              </a:rPr>
              <a:t>candidato × cliente × fecha — cierra el riesgo reputacional ya materializado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Plantilla/SOP de CV con branding v1: </a:t>
            </a:r>
            <a:r>
              <a:rPr sz="1250" b="0">
                <a:solidFill>
                  <a:srgbClr val="1A2733"/>
                </a:solidFill>
                <a:latin typeface="Arial"/>
              </a:rPr>
              <a:t>formalizar tu prompt como activo versionado de la firma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Cierre de brecha de privacidad: </a:t>
            </a:r>
            <a:r>
              <a:rPr sz="1250" b="0">
                <a:solidFill>
                  <a:srgbClr val="1A2733"/>
                </a:solidFill>
                <a:latin typeface="Arial"/>
              </a:rPr>
              <a:t>migrar el uso de IA a un entorno con DPA / no-entrenamiento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Tablero de línea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minado del historial del ATS (con caveats honestos)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2E9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Puerta 0 →  </a:t>
            </a:r>
            <a:r>
              <a:rPr sz="1200" b="0">
                <a:solidFill>
                  <a:srgbClr val="1A2733"/>
                </a:solidFill>
                <a:latin typeface="Arial"/>
              </a:rPr>
              <a:t>API confirmada o plan B; vigencia medida; plantilla adoptada por los 4; ≥3 KPIs con línea 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 (ESCO)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Opcional: entrevistador de pre-screening: </a:t>
            </a:r>
            <a:r>
              <a:rPr sz="1250" b="0">
                <a:solidFill>
                  <a:srgbClr val="1A2733"/>
                </a:solidFill>
                <a:latin typeface="Arial"/>
              </a:rPr>
              <a:t>ASR comprado, con consentimiento de grabación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Cross-sell de capacitaciones: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a la base, con consentimiento separado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solapan: la extracción de datos corre en paralelo a la documentación.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Arranque recomendado: Fases 0 + 1 (~7–9 semanas) para demostrar valor antes de invertir en 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Paquetes y modelos de cobro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502152" cy="169164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02152" cy="10972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Arranque  ✓ recomendado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Fase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C7C8C"/>
                </a:solidFill>
                <a:latin typeface="Arial"/>
              </a:rPr>
              <a:t>~US$12.000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502152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3502152" cy="1097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Arial"/>
              </a:rPr>
              <a:t>~US$24.000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502152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00200"/>
            <a:ext cx="3502152" cy="1097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2880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Arial"/>
              </a:rPr>
              <a:t>desde ~US$39.000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1880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Tres modelos de cobro — tú eliges: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3977639"/>
          <a:ext cx="10908792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5120640"/>
                <a:gridCol w="30449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Cómo funciona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Cuándo encaja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A · Fixed-fee por fase  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Precio cerrado por entregables; pagas lo que apruebas en cada puerta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Fases 0–2 (recomendado para arrancar)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B · Retainer mensual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Cuota fija (~US$2.500–5.000/mes) por acompañamiento y operación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Fase 3 / operación continua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C · Híbrido base + éxito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Fee base reducido + kicker atado a una métrica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Solo Fase 3, con línea base limpia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semana 1;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Accesos a Team Tailor (lectura/export) — semana 1.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Horas protegidas de Virginia (golden set).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dueño interno del estándar.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Validar la propuesta y elegir el paquete de arranque (Fase 0+1).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Habilitar accesos y compartir el fee por colocación.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Arrancar la Fase 0 — primer valor visible en 2–3 semanas.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Instalamos el sistema operativo de tu firma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E9CAD"/>
                </a:solidFill>
                <a:latin typeface="Arial"/>
              </a:rPr>
              <a:t>no vendemos manos.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Estándar + documentación + métricas + activos que se quedan y se componen. Empezamos pequeño, demostramos valor con datos, y escalamos solo lo que funciona.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