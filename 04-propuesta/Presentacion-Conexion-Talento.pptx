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Vértice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su sistema de candidatos (Team Tailor) y ~4.000 perfiles.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Vértice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comparativo salarial de mercado”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sistema de candidatos (Team Tailor)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Victorias rápidas + prueba de valor con tus datos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50%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2140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Horas de vuelta esta semana:  </a:t>
            </a:r>
            <a:r>
              <a:rPr sz="1450" b="0">
                <a:solidFill>
                  <a:srgbClr val="1A2733"/>
                </a:solidFill>
                <a:latin typeface="Arial"/>
              </a:rPr>
              <a:t>activamos la IA que Team Tailor ya cobra, sobre una vacante viva — alivio inmediato, con nuestra mano (no la de la temporal).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450" b="0">
                <a:solidFill>
                  <a:srgbClr val="1A2733"/>
                </a:solidFill>
                <a:latin typeface="Arial"/>
              </a:rPr>
              <a:t>20–30 CVs reales ordenados con tu criterio replicado — en un entorno con acuerdo de protección de datos, cumpliendo desde el día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6732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45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9028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45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1324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45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Tiempo hasta la 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búsqueda externa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(satisfacción)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muestra)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 supuesto —prudente, no inflado—. El caso ya se sostiene; si me pasas tu fee real cuando puedas, lo afino.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aplica solo si hoy pierdes mandatos por velocidad —no si tienes capacidad ociosa—; esa es la primera pregunta de nuestra primera sesión. La velocidad te pone primera en la fila;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Victorias rápidas + prueba de valor con tus datos · 2–3 semanas · 50% acreditable a la Fase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activos; avanzas a la Fase 1 solo si la Puerta 0 pasa su vara objetiva. Sin letra chica.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~US$10.750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~US$22.750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~US$37.750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cuota fija mensual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comparativo salarial de mercado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el filtrado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Una persona validando siempre (obligatorio);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Conexión técnica con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Prueba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Reclutamiento y Selección opera en SV+GT. GT aún sin ley general; transferencia con acuerdo de protección de datos y minimización de datos.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Victorias rápidas + prueba de valor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10–14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2 victorias rápidas + semáforo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manuales de proceso, guía de puntuación,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Asistente que ordena candidatos + Generador de CV (con una persona validando)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cuota fija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comparativo salarial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50% (US$1.250) a la Fase 1. Cifras indicativas en USD, a calibrar con tu tarifa local y tu honorario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quién hace qué, compromiso de tiempo de respuesta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Manual de filtrado + guía de puntuación + set de decisiones de 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Hoja de criterios de la vacante: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imprescindibles/deseables,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 tu sistema de candidatos (Team Tailor): </a:t>
            </a:r>
            <a:r>
              <a:rPr sz="1250" b="0">
                <a:solidFill>
                  <a:srgbClr val="1A2733"/>
                </a:solidFill>
                <a:latin typeface="Arial"/>
              </a:rPr>
              <a:t>1 métrica guía + ~10 indicadores;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clasificación v1: </a:t>
            </a:r>
            <a:r>
              <a:rPr sz="1250" b="0">
                <a:solidFill>
                  <a:srgbClr val="1A2733"/>
                </a:solidFill>
                <a:latin typeface="Arial"/>
              </a:rPr>
              <a:t>registro de datos que pide la ley (versión ligera), base legal por finalidad, diccionario de competencias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manual y guía de puntuación firmados; set de decisiones de referencia armado; línea base medida.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Asistente que ordena candidatos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quita los datos personales → puntúa contra la hoja de criterios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tu marca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 a un formato fijo + plantilla siempre igual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las instrucciones a la IA, criterios y puntajes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del tiempo hasta la 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entrar y crecer · desde US$15.000 o cuota fija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automática, ficha maestra única, puntaje de vigencia → búsqueda por competencia y cobertura con la base interna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de ampliar o 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Comparativo salarial de mercado: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anonimización irreversible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adelanto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(toma unos días gestionarlo).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de prueba) → adelanto con tu marca + registro anti-duplicado en vivo, con acuerdo de protección de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Vértice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