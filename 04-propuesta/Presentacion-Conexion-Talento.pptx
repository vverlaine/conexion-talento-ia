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Vértice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Vértice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50%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50%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 (a medir)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(Cifras de ejemplo.)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Con tu fee real: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conservador. Pásame el tuyo cuando puedas y lo afino —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La condición: </a:t>
            </a:r>
            <a:r>
              <a:rPr sz="1350" b="0">
                <a:solidFill>
                  <a:srgbClr val="1A2733"/>
                </a:solidFill>
                <a:latin typeface="Arial"/>
              </a:rPr>
              <a:t>la velocidad te pone primera en la fila, no garantiza la colocación. Esto rinde si hoy pierdes mandatos por lentitud, no si tienes gente ociosa — es la primera pregunta de nuestra sesión inicial.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50%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 y avanzas a la Fase 1 solo si la Puerta 0 pasa su vara objetiva.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(solo de referencia):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~US$10.750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~US$22.750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~US$37.750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10–14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50% (US$1.250) a la Fase 1. Cifras indicativas en USD, a calibrar con tu tarifa local y tu honorario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 Fase 0 corre en las semanas 1–3; cada fase siguiente se cotiza al pasar su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 (~US$1.000):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$7k + $4k + $1k = los US$12.000 de la fase; trazabilidad de instrucciones,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Vértice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